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304288"/>
            <a:ext cx="8229600" cy="2286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</a:rPr>
              <a:t>Automata-Based Detection of</a:t>
            </a:r>
            <a:endParaRPr lang="en-US" sz="3300" dirty="0"/>
          </a:p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</a:rPr>
              <a:t>Protocol State Machine Bugs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457200" y="2359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Replication of NDSS 2023, Paper #8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8803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0E0E0"/>
                </a:solidFill>
              </a:rPr>
              <a:t>Bless Elikem Krapah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COE 576: Networks and Web Security  |  KNUST MPhil  | 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Paper Overview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i="1" dirty="0">
                <a:solidFill>
                  <a:srgbClr val="1A1A1A"/>
                </a:solidFill>
              </a:rPr>
              <a:t>“Automata-Based Automated Detection of State Machine Bugs in Protocol Implementations”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</a:rPr>
              <a:t>NDSS Symposium 2023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8412480" cy="566928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45920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</a:rPr>
              <a:t>Key claim: protocol implementation bugs can be detected automatically, in seconds, by intersecting a learned automata model with a small bug-pattern DFA.</a:t>
            </a:r>
            <a:endParaRPr lang="en-US" sz="11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304288"/>
          <a:ext cx="8412480" cy="109728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bugs found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 (GnuTLS, MbedTLS, OpenSSL, WolfSSL, PionDTLS, Scandium…)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(BitVise, Dropbear, OpenSSH)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65760" y="35204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Why this matters: finding state machine bugs in protocol servers requires expert manual</a:t>
            </a:r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 analysis of learned models; this paper fully automates that step.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COE 576 Networks &amp; Web Security  |  Bless Elikem Krapah  |  KNUST  |  2/12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The Problem: Protocol State Machine Bugs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5852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11111"/>
                </a:solidFill>
              </a:rPr>
              <a:t>Protocol servers behave as state machines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</a:rPr>
              <a:t>State machine bug: server accepts a message sequence the RFC forbids
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111111"/>
                </a:solidFill>
              </a:rPr>
              <a:t>Real examples from the paper:</a:t>
            </a:r>
            <a:endParaRPr lang="en-US" sz="1300" dirty="0"/>
          </a:p>
          <a:p>
            <a:pPr marL="317500" indent="-3175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Completing mutual auth without a client certificate</a:t>
            </a:r>
            <a:endParaRPr lang="en-US" sz="1300" dirty="0"/>
          </a:p>
          <a:p>
            <a:pPr marL="317500" indent="-3175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Authenticating client without CertificateVerify (no key proof)</a:t>
            </a:r>
            <a:endParaRPr lang="en-US" sz="1300" dirty="0"/>
          </a:p>
          <a:p>
            <a:pPr marL="317500" indent="-317500">
              <a:spcAft>
                <a:spcPts val="10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</a:rPr>
              <a:t>Accepting wrong message ordering (CertVer before CKE)</a:t>
            </a:r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11111"/>
                </a:solidFill>
              </a:rPr>
              <a:t>Prior approach: state fuzzing + manual model analysis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1A"/>
                </a:solidFill>
              </a:rPr>
              <a:t>Limitation: model analysis is slow, error-prone, does not scale
</a:t>
            </a:r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Paper’s solution: encode bug classes as DFAs → intersect automatically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92240" y="749808"/>
            <a:ext cx="2377440" cy="4023360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79552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</a:rPr>
              <a:t>DTLS Handshake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37960" y="111556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ClientHello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537960" y="135331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HelloVerifyReq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537960" y="159105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ClientHello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37960" y="182880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ServerHello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537960" y="206654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Certificate_s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537960" y="230428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CertReq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37960" y="254203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ServerHelloDone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537960" y="2779776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Certificate_c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537960" y="3017520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ClientKeyExchange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537960" y="3255264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CertificateVerify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537960" y="3493008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CCS + Finished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537960" y="3730752"/>
            <a:ext cx="228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CCS + Finished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COE 576 Networks &amp; Web Security  |  Bless Elikem Krapah  |  KNUST  |  3/12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Key Formalisms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160520" cy="4023360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0467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Mealy Machine  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17043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(I, O, Q, q₀, δ, λ)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886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11111"/>
                </a:solidFill>
              </a:rPr>
              <a:t>I  = input alphabet (client → server)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11111"/>
                </a:solidFill>
              </a:rPr>
              <a:t>O  = output alphabet (server → client)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11111"/>
                </a:solidFill>
              </a:rPr>
              <a:t>Q  = finite set of states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11111"/>
                </a:solidFill>
              </a:rPr>
              <a:t>q₀ = initial state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11111"/>
                </a:solidFill>
              </a:rPr>
              <a:t>δ  : Q × I → Q   (transition)</a:t>
            </a:r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11111"/>
                </a:solidFill>
              </a:rPr>
              <a:t>λ  : Q × I → O*  (output sequence)</a:t>
            </a:r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Obtained via active automata learning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(L* / TTT queries to the black-box SUT)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749808"/>
            <a:ext cx="4160520" cy="4023360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80467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Bug Pattern DFA  Aᵥ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17043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(Σ, Q, q₀, Δ, F)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508760"/>
            <a:ext cx="3886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11111"/>
                </a:solidFill>
              </a:rPr>
              <a:t>Σ  = I ∪ O   (combined alphabet)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11111"/>
                </a:solidFill>
              </a:rPr>
              <a:t>Q  = states tracking bug progress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11111"/>
                </a:solidFill>
              </a:rPr>
              <a:t>F  = accepting states → bug detected</a:t>
            </a:r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11111"/>
                </a:solidFill>
              </a:rPr>
              <a:t>Δ  : Q × Σ → Q  (undefined → SINK)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11111"/>
                </a:solidFill>
              </a:rPr>
              <a:t>Hand-crafted from RFC requirements</a:t>
            </a:r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11111"/>
                </a:solidFill>
              </a:rPr>
              <a:t>Typically just 3–5 states</a:t>
            </a:r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A_bug accepts a sequence w iff w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provides evidence of the bug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COE 576 Networks &amp; Web Security  |  Bless Elikem Krapah  |  KNUST  |  4/12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The Three-Step Bug Detection Pipeline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2788920" cy="4023360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896112"/>
            <a:ext cx="777240" cy="77724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89611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20040" y="17830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Learn Model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5760" y="2212848"/>
            <a:ext cx="251460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Active automata learning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queries the implementation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as a black box and infers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 Mealy machine M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(L* / TTT algorithm)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63240" y="2788920"/>
            <a:ext cx="118872" cy="11887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27832" y="777240"/>
            <a:ext cx="2788920" cy="4023360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33672" y="896112"/>
            <a:ext cx="777240" cy="77724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33672" y="89611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19272" y="17830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Encode Bug Pattern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64992" y="2212848"/>
            <a:ext cx="251460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Construct a 3–5 state DFA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A_bug that accepts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exactly the I/O sequences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that exhibit the bug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(from RFC or prior CVEs)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62472" y="2788920"/>
            <a:ext cx="118872" cy="11887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27064" y="777240"/>
            <a:ext cx="2788920" cy="4023360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32904" y="896112"/>
            <a:ext cx="777240" cy="77724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32904" y="89611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18504" y="178308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</a:rPr>
              <a:t>Intersect &amp; Validate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364224" y="2212848"/>
            <a:ext cx="251460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A∩ = A_M ∩ A_bug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Algorithm 1 extracts 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witness via backward BFS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and replays on the SUT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to confirm the bug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COE 576 Networks &amp; Web Security  |  Bless Elikem Krapah  |  KNUST  |  5/12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Converting M to DFA Aᵀ (Section VI)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DFA intersection requires both operands over the same alphabet Σ = I ∪ O.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The Mealy machine must be converted to A_M that accepts all I/O sequences M can produce.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5212080" cy="2743200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81328"/>
            <a:ext cx="4992624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(q, i) with λ(q,i) = o₁ o₂ … oₙ  (n ≥ 1):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introduce aux states  aux(q,i,0), aux(q,i,1), …, aux(q,i,n-1)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Δ(q,          i)          = aux(q,i,0)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Δ(aux(q,i,k), o_{k+1})    = aux(q,i,k+1)   for k &lt; n-1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Δ(aux(q,i,n-1), o_n)      = δ(q,i)          (original Mealy target)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(q, i) with λ(q,i) = ε (empty output):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Δ(q, i)  =  δ(q,i)            (direct transition)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Accepting states F_M = Q  (all original Mealy states)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 transitions → SINK (non-accepting)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0" y="1389888"/>
            <a:ext cx="3108960" cy="2743200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70448" y="1444752"/>
            <a:ext cx="2889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Key Properties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70448" y="1810512"/>
            <a:ext cx="2889504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11111"/>
                </a:solidFill>
              </a:rPr>
              <a:t>L(A_M) = all valid I/O traces of M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11111"/>
                </a:solidFill>
              </a:rPr>
              <a:t>Multi-output transitions become chains of auxiliary states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11111"/>
                </a:solidFill>
              </a:rPr>
              <a:t>All original Mealy states are accepting</a:t>
            </a:r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111111"/>
                </a:solidFill>
              </a:rPr>
              <a:t>Undefined (state, input) pairs map to SINK</a:t>
            </a:r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</a:rPr>
              <a:t>|A_M| grows linearly with output lengths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42245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</a:rPr>
              <a:t>Replication: |A_M| = 71–87 states for our mock DTLS models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COE 576 Networks &amp; Web Security  |  Bless Elikem Krapah  |  KNUST  |  6/12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DFA Intersection: A∩ = Aᵀ ∩ Aᵥ (Section IV)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65760" y="74980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A sequence is a bug witness iff it is both producible by M and accepted by A_bug.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5212080" cy="2834640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261872"/>
            <a:ext cx="4992624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Cross-product construction: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A∩ = (Σ,  Q_M × Q_b,  (q₀_M, q₀_b),  Δ’,  Q_M × F_b)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Δ’((q_M, q_b), l)  =  (Δ_M(q_M, l),  Δ_b(q_b, l))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Accepting:  (q_M, q_b) where q_b ∈ F_b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(A_M accepts everything; A_bug must also accept)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construction: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Trim: remove unreachable states and dead states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(states from which no accepting state is reachable)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760720" y="1170432"/>
            <a:ext cx="3108960" cy="2834640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70448" y="1225296"/>
            <a:ext cx="28895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Interpretation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70448" y="1572768"/>
            <a:ext cx="288950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L(A∩) = L(A_M) ∩ L(A_bug)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11111"/>
                </a:solidFill>
              </a:rPr>
              <a:t>L(A∩) = ∅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1A"/>
                </a:solidFill>
              </a:rPr>
              <a:t>⇒ no bug exists in M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11111"/>
                </a:solidFill>
              </a:rPr>
              <a:t>L(A∩) ≠ ∅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A1A1A"/>
                </a:solidFill>
              </a:rPr>
              <a:t>⇒ bug may exist (verify on SUT)</a:t>
            </a:r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</a:rPr>
              <a:t>|A∩| ≈ 22–23 states in our replication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4114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</a:rPr>
              <a:t>The intersection uses BFS over product states, so only reachable ones are explored.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COE 576 Networks &amp; Web Security  |  Bless Elikem Krapah  |  KNUST  |  7/12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Algorithm 1: Bug Witness Extraction (Section V)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5486400" cy="3657600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841248"/>
            <a:ext cx="526694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 A∩,  A_bug,  SUT,  K (max state visits, default K=2)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(witness_inputs, observed_IO)  or  “no bug found”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WQ := {(q, ε) : q ∈ F}        // initialise with accepting states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WQ is non-empty: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(q, w) := dequeue(WQ)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q == q₀:              // found full path from initial → accepting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replay  inputs(w)  on SUT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 w_obs = observed I/O sequence from SUT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 w_obs ∈ L(A_bug):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(inputs(w), w_obs)  // BUG CONFIRMED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each (q’, l) such that Δ(q’, l) = q: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maxStateVisits(q’, l·w, A∩) ≤ K: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enqueue (q’, l·w)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943600" y="749808"/>
            <a:ext cx="2926080" cy="3657600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53328" y="804672"/>
            <a:ext cx="2706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Design Rationale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53328" y="1170432"/>
            <a:ext cx="2706624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11111"/>
                </a:solidFill>
              </a:rPr>
              <a:t>Backward BFS from accepting states → finds the shortest witness first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11111"/>
                </a:solidFill>
              </a:rPr>
              <a:t>maxStateVisits ≤ K prevents looping sequences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11111"/>
                </a:solidFill>
              </a:rPr>
              <a:t>K = 2 suffices for all paper’s bugs</a:t>
            </a:r>
            <a:pPr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111111"/>
                </a:solidFill>
              </a:rPr>
              <a:t>inputs(w) extracts only input symbols from the I/O sequence w</a:t>
            </a:r>
            <a:pPr indent="0" marL="0">
              <a:buNone/>
            </a:pPr>
            <a:r>
              <a:rPr lang="en-US" sz="1050" i="1" dirty="0">
                <a:solidFill>
                  <a:srgbClr val="888888"/>
                </a:solidFill>
              </a:rPr>
              <a:t>SUT replay filters false alarms from approximate models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COE 576 Networks &amp; Web Security  |  Bless Elikem Krapah  |  KNUST  |  8/12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Bug Pattern DFAs Implemented (over Σ = I ∪ O)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01168" y="749808"/>
            <a:ext cx="2852928" cy="4023360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10896" y="804672"/>
            <a:ext cx="4572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" y="804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BP1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41248" y="80467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Missing Certificate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2608" y="1133856"/>
            <a:ext cx="2670048" cy="868680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225296"/>
            <a:ext cx="24505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--CertReq-&gt; certreq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--Cert-&gt; init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--CCS_s-&gt; bug★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2608" y="2075688"/>
            <a:ext cx="2670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</a:rPr>
              <a:t>Witness (replicated):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92608" y="2304288"/>
            <a:ext cx="2670048" cy="566928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2395728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 → CH → CertE → CKE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CertVer → CCS_c → Fin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2608" y="2962656"/>
            <a:ext cx="267004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Server sends CCS_s after CertReq but without receiving a real Cert from the client. Mutual authentication is bypassed.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91256" y="749808"/>
            <a:ext cx="2852928" cy="4023360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00984" y="804672"/>
            <a:ext cx="4572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00984" y="804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BP2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31336" y="80467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Missing CertVer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82696" y="1133856"/>
            <a:ext cx="2670048" cy="868680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92424" y="1225296"/>
            <a:ext cx="24505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--Cert-&gt; cert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--CertVer-&gt; init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--CCS_s-&gt; bug★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82696" y="2075688"/>
            <a:ext cx="2670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</a:rPr>
              <a:t>Witness (replicated):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82696" y="2304288"/>
            <a:ext cx="2670048" cy="566928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92424" y="2395728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 → CH → Cert → CKE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CCS_c → Fin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82696" y="2962656"/>
            <a:ext cx="267004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Client skips CertificateVerify (proof of private-key possession). Server completes handshake anyway.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81344" y="749808"/>
            <a:ext cx="2852928" cy="4023360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91072" y="804672"/>
            <a:ext cx="457200" cy="25603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80467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BP3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21424" y="80467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CertVer Before CKE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72784" y="1133856"/>
            <a:ext cx="2670048" cy="868680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82512" y="1225296"/>
            <a:ext cx="245059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 --CertVer-&gt; cv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--CKE-&gt; cke_after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--CCS_s-&gt; bug★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72784" y="2075688"/>
            <a:ext cx="2670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888"/>
                </a:solidFill>
              </a:rPr>
              <a:t>Witness (replicated):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272784" y="2304288"/>
            <a:ext cx="2670048" cy="566928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82512" y="2395728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 → CH → Cert → CertVer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CKE → CCS_c → Fin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72784" y="2962656"/>
            <a:ext cx="2670048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RFC 6347 mandates CKE before CertVer. Server accepts the reversed order, enabling potential impersonation.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COE 576 Networks &amp; Web Security  |  Bless Elikem Krapah  |  KNUST  |  9/12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Replication Results</a:t>
            </a:r>
            <a:endParaRPr lang="en-US" sz="2100" dirty="0"/>
          </a:p>
        </p:txBody>
      </p:sp>
      <p:pic>
        <p:nvPicPr>
          <p:cNvPr id="5" name="Image 0" descr="C:\Users\Elikem\Ace\Academics\MPhil\NWS\Assignment\results\bug_detect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5120640" cy="3017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577840" y="777240"/>
            <a:ext cx="3291840" cy="4023360"/>
          </a:xfrm>
          <a:prstGeom prst="rect">
            <a:avLst/>
          </a:prstGeom>
          <a:solidFill>
            <a:srgbClr val="EBEBE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87568" y="832104"/>
            <a:ext cx="3072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Key Results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87568" y="1170432"/>
            <a:ext cx="3072384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11111"/>
                </a:solidFill>
              </a:rPr>
              <a:t>12/12 detection decisions correct</a:t>
            </a:r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A1A1A"/>
                </a:solidFill>
              </a:rPr>
              <a:t>3 bugs detected, 0 false positives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11111"/>
                </a:solidFill>
              </a:rPr>
              <a:t>Detection time per pair</a:t>
            </a:r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A1A1A"/>
                </a:solidFill>
              </a:rPr>
              <a:t>1–4 ms  (matches “within seconds”)</a:t>
            </a:r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111111"/>
                </a:solidFill>
              </a:rPr>
              <a:t>|A_M| = 71–87 states</a:t>
            </a:r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11111"/>
                </a:solidFill>
              </a:rPr>
              <a:t>|A∩| = 22–23 states (after trim)</a:t>
            </a:r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11111"/>
                </a:solidFill>
              </a:rPr>
              <a:t>Shortest witness lengths: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</a:rPr>
              <a:t>BP1:  7 inputs,  15 I/O symbols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</a:rPr>
              <a:t>BP2:  6 inputs,  12 I/O symbols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BP3:  7 inputs,  15 I/O symbols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74320" y="390448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</a:rPr>
              <a:t>Each bug confirmed by replaying its witness on the actual SUT. No false alarms.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COE 576 Networks &amp; Web Security  |  Bless Elikem Krapah  |  KNUST  |  10/12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Bug Witness: Missing Certificate (BP1)</a:t>
            </a:r>
            <a:endParaRPr lang="en-US" sz="2100" dirty="0"/>
          </a:p>
        </p:txBody>
      </p:sp>
      <p:pic>
        <p:nvPicPr>
          <p:cNvPr id="5" name="Image 0" descr="C:\Users\Elikem\Ace\Academics\MPhil\NWS\Assignment\results\message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5760720" cy="3657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72200" y="777240"/>
            <a:ext cx="2697480" cy="3749040"/>
          </a:xfrm>
          <a:prstGeom prst="rect">
            <a:avLst/>
          </a:prstGeom>
          <a:solidFill>
            <a:srgbClr val="E0E0E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281928" y="832104"/>
            <a:ext cx="2478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Reading the Witness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81928" y="1188720"/>
            <a:ext cx="2478024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11111"/>
                </a:solidFill>
              </a:rPr>
              <a:t>Algorithm 1 produces the shortest sequence that triggers the bug</a:t>
            </a:r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11111"/>
                </a:solidFill>
              </a:rPr>
              <a:t>CertE (empty cert) sent instead of a valid certificate</a:t>
            </a:r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1A1A1A"/>
                </a:solidFill>
              </a:rPr>
              <a:t>Buggy server: treats CertE identically to a real Cert</a:t>
            </a:r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11111"/>
                </a:solidFill>
              </a:rPr>
              <a:t>Handshake completes (CCS_s sent)</a:t>
            </a:r>
            <a:pPr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1A1A1A"/>
                </a:solidFill>
              </a:rPr>
              <a:t>despite no verified certificate</a:t>
            </a:r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</a:rPr>
              <a:t>→ Mutual authentication is bypassed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COE 576 Networks &amp; Web Security  |  Bless Elikem Krapah  |  KNUST  |  11/12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Conclusions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32688"/>
            <a:ext cx="8229600" cy="2286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CCCC"/>
                </a:solidFill>
              </a:rPr>
              <a:t>What the paper achieves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353312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</a:rPr>
              <a:t>Fully automated detection of state machine bugs across 12 DTLS/SSH implementations.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</a:rPr>
              <a:t>7 previously unknown bugs discovered, including critical mutual-authentication bypasses.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956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CCCC"/>
                </a:solidFill>
              </a:rPr>
              <a:t>Core algorithms replicated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31136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</a:rPr>
              <a:t>Mealy → DFA (Section VI) + DFA intersection (Section IV) + Algorithm 1 (Section V)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</a:rPr>
              <a:t>implemented in pure Python. All 12 detection results correct.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CCCC"/>
                </a:solidFill>
              </a:rPr>
              <a:t>Results match the paper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</a:rPr>
              <a:t>3 bug classes detected in &lt; 5 ms each. Zero false positives on the correct model.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</a:rPr>
              <a:t>Minimal witnesses confirmed by SUT replay.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7124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CCCC"/>
                </a:solidFill>
              </a:rPr>
              <a:t>Practical significance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986784"/>
            <a:ext cx="7863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</a:rPr>
              <a:t>Automates what previously required expert manual analysis of learned models,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88888"/>
                </a:solidFill>
              </a:rPr>
              <a:t>enabling scalable security auditing of protocol implementations at deployment time.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88888"/>
                </a:solidFill>
              </a:rPr>
              <a:t>COE 576 Networks and Web Security  |  KNUST MPhil  |  September 2026  |  Bless Elikem Krapah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Automata-Based Protocol Bug Detection</dc:title>
  <dc:subject>COE 576 NWS - Paper 8 Replication</dc:subject>
  <dc:creator>Bless Elikem Krapah</dc:creator>
  <cp:lastModifiedBy>Bless Elikem Krapah</cp:lastModifiedBy>
  <cp:revision>1</cp:revision>
  <dcterms:created xsi:type="dcterms:W3CDTF">2026-09-08T13:09:56Z</dcterms:created>
  <dcterms:modified xsi:type="dcterms:W3CDTF">2026-09-08T13:09:56Z</dcterms:modified>
</cp:coreProperties>
</file>