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304288"/>
            <a:ext cx="8229600" cy="2286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</a:rPr>
              <a:t>Automata-Based Detection of</a:t>
            </a:r>
            <a:endParaRPr lang="en-US" sz="3300" dirty="0"/>
          </a:p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</a:rPr>
              <a:t>Protocol State Machine Bugs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457200" y="2359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</a:rPr>
              <a:t>Replication of NDSS 2023, Paper #8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0E0E0"/>
                </a:solidFill>
              </a:rPr>
              <a:t>Bless Elikem Krapah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COE 576: Networks and Web Security  |  KNUST MPhil  |  September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Paper Overview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A1A1A"/>
                </a:solidFill>
              </a:rPr>
              <a:t>“Automata-Based Automated Detection of State Machine Bugs in Protocol Implementations”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65760" y="126187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NDSS Symposium 2023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600200"/>
            <a:ext cx="8412480" cy="566928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645920"/>
            <a:ext cx="81381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111"/>
                </a:solidFill>
              </a:rPr>
              <a:t>Key claim: protocol implementation bugs can be detected automatically, in seconds, by intersecting a learned automata model with a small bug-pattern DFA.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304288"/>
          <a:ext cx="8412480" cy="1097280"/>
        </p:xfrm>
        <a:graphic>
          <a:graphicData uri="http://schemas.openxmlformats.org/drawingml/2006/table">
            <a:tbl>
              <a:tblPr/>
              <a:tblGrid>
                <a:gridCol w="2804160"/>
                <a:gridCol w="2804160"/>
                <a:gridCol w="2804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bugs found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 (GnuTLS, MbedTLS, OpenSSL, WolfSSL, PionDTLS, Scandium…)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(BitVise, Dropbear, OpenSSH)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365760" y="3520440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Why this matters: finding state machine bugs in protocol servers requires expert manual</a:t>
            </a:r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 analysis of learned models; this paper fully automates that step.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2/13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The Problem: Protocol State Machine Bugs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58521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11111"/>
                </a:solidFill>
              </a:rPr>
              <a:t>Protocol servers behave as state machines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State machine bug: server accepts a message sequence the RFC forbids
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111111"/>
                </a:solidFill>
              </a:rPr>
              <a:t>Real examples from the paper:</a:t>
            </a:r>
            <a:endParaRPr lang="en-US" sz="1300" dirty="0"/>
          </a:p>
          <a:p>
            <a:pPr marL="317500" indent="-3175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Completing mutual auth without a client certificate</a:t>
            </a:r>
            <a:endParaRPr lang="en-US" sz="1300" dirty="0"/>
          </a:p>
          <a:p>
            <a:pPr marL="317500" indent="-3175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Authenticating client without CertificateVerify (no key proof)</a:t>
            </a:r>
            <a:endParaRPr lang="en-US" sz="1300" dirty="0"/>
          </a:p>
          <a:p>
            <a:pPr marL="317500" indent="-3175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Accepting wrong message ordering (CertVer before CKE)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11111"/>
                </a:solidFill>
              </a:rPr>
              <a:t>Prior approach: state fuzzing + manual model analysis</a:t>
            </a:r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Limitation: model analysis is slow, error-prone, does not scale
</a:t>
            </a:r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Paper’s solution: encode bug classes as DFAs → intersect automatically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92240" y="749808"/>
            <a:ext cx="2377440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0" y="79552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</a:rPr>
              <a:t>DTLS Handshake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537960" y="1115568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ClientHello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537960" y="1353312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HelloVerifyReq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537960" y="1591056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ClientHello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37960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ServerHello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537960" y="2066544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Certificate_s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537960" y="2304288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CertReq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537960" y="2542032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ServerHelloDone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537960" y="2779776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Certificate_c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537960" y="301752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ClientKeyExchange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537960" y="3255264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CertificateVerify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537960" y="3493008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CCS + Finished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537960" y="3730752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CCS + Finished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3/13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Key Formalisms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4160520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80467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Mealy Machine  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170432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= (I, O, Q, q₀, δ, λ)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508760"/>
            <a:ext cx="3886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I  = input alphabet (client → server)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O  = output alphabet (server → client)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Q  = finite set of states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q₀ = initial state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δ  : Q × I → Q   (transition)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λ  : Q × I → O*  (output sequence)</a:t>
            </a:r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</a:rPr>
              <a:t>Obtained via active automata learning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</a:rPr>
              <a:t>(L* / TTT queries to the black-box SUT)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09160" y="749808"/>
            <a:ext cx="4160520" cy="4023360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804672"/>
            <a:ext cx="3886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</a:rPr>
              <a:t>Bug Pattern DFA  Aᵥ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170432"/>
            <a:ext cx="3886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(Σ, Q, q₀, Δ, F)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508760"/>
            <a:ext cx="3886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Σ  = I ∪ O   (combined alphabet)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Q  = states tracking bug progress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F  = accepting states → bug detected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Δ  : Q × Σ → Q  (undefined → SINK)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Hand-crafted from RFC requirements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Typically just 3–5 states</a:t>
            </a:r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</a:rPr>
              <a:t>A_bug accepts a sequence w iff w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</a:rPr>
              <a:t>provides evidence of the bug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4/13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The Three-Step Bug Detection Pipeline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788920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896112"/>
            <a:ext cx="777240" cy="77724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89611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20040" y="1783080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Learn Model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65760" y="2212848"/>
            <a:ext cx="251460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Active automata learning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queries the implementation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as a black box and infers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 Mealy machine M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(L* / TTT algorithm)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63240" y="2788920"/>
            <a:ext cx="118872" cy="118872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27832" y="777240"/>
            <a:ext cx="2788920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33672" y="896112"/>
            <a:ext cx="777240" cy="77724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33672" y="89611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19272" y="1783080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Encode Bug Pattern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364992" y="2212848"/>
            <a:ext cx="251460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Construct a 3–5 state DFA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A_bug that accepts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exactly the I/O sequences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that exhibit the bug</a:t>
            </a:r>
            <a:endParaRPr lang="en-US" sz="1100" dirty="0"/>
          </a:p>
          <a:p>
            <a:pPr algn="ctr" indent="0" marL="0">
              <a:buNone/>
            </a:pP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(from RFC or prior CVEs)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62472" y="2788920"/>
            <a:ext cx="118872" cy="118872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27064" y="777240"/>
            <a:ext cx="2788920" cy="4023360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32904" y="896112"/>
            <a:ext cx="777240" cy="77724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32904" y="89611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318504" y="1783080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</a:rPr>
              <a:t>Intersect &amp; Validate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364224" y="2212848"/>
            <a:ext cx="251460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A∩ = A_M ∩ A_bug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Algorithm 1 extracts 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witness via backward BFS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and replays on the SUT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to confirm the bug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5/13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Converting M to DFA Aᵀ (Section VI)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DFA intersection requires both operands over the same alphabet Σ = I ∪ O.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1A1A"/>
                </a:solidFill>
              </a:rPr>
              <a:t>The Mealy machine must be converted to A_M that accepts all I/O sequences M can produce.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65760" y="1389888"/>
            <a:ext cx="5212080" cy="274320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481328"/>
            <a:ext cx="4992624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(q, i) with λ(q,i) = o₁ o₂ … oₙ  (n ≥ 1):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introduce aux states  aux(q,i,0), aux(q,i,1), …, aux(q,i,n-1)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Δ(q,          i)          = aux(q,i,0)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Δ(aux(q,i,k), o_{k+1})    = aux(q,i,k+1)   for k &lt; n-1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Δ(aux(q,i,n-1), o_n)      = δ(q,i)          (original Mealy target)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(q, i) with λ(q,i) = ε (empty output):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Δ(q, i)  =  δ(q,i)            (direct transition)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Accepting states F_M = Q  (all original Mealy states)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Undefined transitions → SINK (non-accepting)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60720" y="1389888"/>
            <a:ext cx="3108960" cy="2743200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70448" y="1444752"/>
            <a:ext cx="2889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Key Properties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70448" y="1810512"/>
            <a:ext cx="2889504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L(A_M) = all valid I/O traces of M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Multi-output transitions become chains of auxiliary states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All original Mealy states are accepting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Undefined (state, input) pairs map to SINK</a:t>
            </a:r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</a:rPr>
              <a:t>|A_M| grows linearly with output lengths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" y="4224528"/>
            <a:ext cx="8412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Replication: |A_M| = 71–87 states for our mock DTLS models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6/13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DFA Intersection: A∩ = Aᵀ ∩ Aᵥ (Section IV)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sequence is a bug witness iff it is both producible by M and accepted by A_bug.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5212080" cy="283464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261872"/>
            <a:ext cx="4992624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Cross-product construction: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A∩ = (Σ,  Q_M × Q_b,  (q₀_M, q₀_b),  Δ’,  Q_M × F_b)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Δ’((q_M, q_b), l)  =  (Δ_M(q_M, l),  Δ_b(q_b, l))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Accepting:  (q_M, q_b) where q_b ∈ F_b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(A_M accepts everything; A_bug must also accept)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 construction: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Trim: remove unreachable states and dead states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(states from which no accepting state is reachable)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760720" y="1170432"/>
            <a:ext cx="3108960" cy="283464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70448" y="1225296"/>
            <a:ext cx="2889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Interpretation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70448" y="1572768"/>
            <a:ext cx="2889504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L(A∩) = L(A_M) ∩ L(A_bug)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L(A∩) = ∅</a:t>
            </a:r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⇒ no bug exists in M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L(A∩) ≠ ∅</a:t>
            </a:r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⇒ bug may exist (verify on SUT)</a:t>
            </a:r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|A∩| ≈ 22–23 states in our replication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41148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The intersection uses BFS over product states, so only reachable ones are explored.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7/13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Algorithm 1: Bug Witness Extraction (Section V)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74320" y="749808"/>
            <a:ext cx="5486400" cy="365760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4048" y="841248"/>
            <a:ext cx="52669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Input:  A∩,  A_bug,  SUT,  K (max state visits, default K=2)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Output: (witness_inputs, observed_IO)  or  “no bug found”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WQ := {(q, ε) : q ∈ F}        // initialise with accepting states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WQ is non-empty: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(q, w) := dequeue(WQ)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q == q₀:              // found full path from initial → accepting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replay  inputs(w)  on SUT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let  w_obs = observed I/O sequence from SUT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 w_obs ∈ L(A_bug):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(inputs(w), w_obs)  // BUG CONFIRMED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each (q’, l) such that Δ(q’, l) = q: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maxStateVisits(q’, l·w, A∩) ≤ K: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enqueue (q’, l·w)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943600" y="749808"/>
            <a:ext cx="2926080" cy="3657600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53328" y="804672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Design Rationale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53328" y="1170432"/>
            <a:ext cx="2706624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Backward BFS from accepting states → finds the shortest witness first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maxStateVisits ≤ K prevents looping sequences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K = 2 suffices for all paper’s bugs</a:t>
            </a:r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inputs(w) extracts only input symbols from the I/O sequence w</a:t>
            </a:r>
            <a:pPr indent="0" marL="0">
              <a:buNone/>
            </a:pPr>
            <a:r>
              <a:rPr lang="en-US" sz="1050" i="1" dirty="0">
                <a:solidFill>
                  <a:srgbClr val="888888"/>
                </a:solidFill>
              </a:rPr>
              <a:t>SUT replay filters false alarms from approximate models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8/13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Bug Pattern DFAs Implemented (over Σ = I ∪ O)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201168" y="749808"/>
            <a:ext cx="2852928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0896" y="804672"/>
            <a:ext cx="4572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10896" y="80467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BP1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80467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Missing Certificate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2608" y="1133856"/>
            <a:ext cx="2670048" cy="86868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1225296"/>
            <a:ext cx="24505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--CertReq-&gt; certreq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--Cert-&gt; init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--CCS_s-&gt; bug★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608" y="2075688"/>
            <a:ext cx="2670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</a:rPr>
              <a:t>Witness (replicated):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92608" y="2304288"/>
            <a:ext cx="2670048" cy="566928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336" y="2395728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→ CH → CertE → CKE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CertVer → CCS_c → Fin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92608" y="2962656"/>
            <a:ext cx="2670048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Server sends CCS_s after CertReq but without receiving a real Cert from the client. Mutual authentication is bypassed.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91256" y="749808"/>
            <a:ext cx="2852928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0984" y="804672"/>
            <a:ext cx="4572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00984" y="80467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BP2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831336" y="80467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Missing CertVer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82696" y="1133856"/>
            <a:ext cx="2670048" cy="86868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92424" y="1225296"/>
            <a:ext cx="24505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--Cert-&gt; cert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--CertVer-&gt; init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--CCS_s-&gt; bug★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82696" y="2075688"/>
            <a:ext cx="2670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</a:rPr>
              <a:t>Witness (replicated):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282696" y="2304288"/>
            <a:ext cx="2670048" cy="566928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92424" y="2395728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→ CH → Cert → CKE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CCS_c → Fin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282696" y="2962656"/>
            <a:ext cx="2670048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Client skips CertificateVerify (proof of private-key possession). Server completes handshake anyway.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81344" y="749808"/>
            <a:ext cx="2852928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91072" y="804672"/>
            <a:ext cx="457200" cy="25603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91072" y="80467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BP3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821424" y="804672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CertVer Before CKE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72784" y="1133856"/>
            <a:ext cx="2670048" cy="86868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82512" y="1225296"/>
            <a:ext cx="245059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--CertVer-&gt; cv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--CKE-&gt; cke_after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--CCS_s-&gt; bug★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72784" y="2075688"/>
            <a:ext cx="2670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88888"/>
                </a:solidFill>
              </a:rPr>
              <a:t>Witness (replicated):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272784" y="2304288"/>
            <a:ext cx="2670048" cy="566928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82512" y="2395728"/>
            <a:ext cx="24505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 → CH → Cert → CertVer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CKE → CCS_c → Fin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72784" y="2962656"/>
            <a:ext cx="2670048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RFC 6347 mandates CKE before CertVer. Server accepts the reversed order, enabling potential impersonation.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9/13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Replication Results</a:t>
            </a:r>
            <a:endParaRPr lang="en-US" sz="2100" dirty="0"/>
          </a:p>
        </p:txBody>
      </p:sp>
      <p:pic>
        <p:nvPicPr>
          <p:cNvPr id="5" name="Image 0" descr="C:\Users\Elikem\Ace\Academics\MPhil\NWS\Assignment\results\bug_detect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5120640" cy="3017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577840" y="777240"/>
            <a:ext cx="3291840" cy="4023360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87568" y="832104"/>
            <a:ext cx="30723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</a:rPr>
              <a:t>Key Results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687568" y="1170432"/>
            <a:ext cx="307238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12/12 detection decisions correct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3 bugs detected, 0 false positives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Detection time per pair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</a:rPr>
              <a:t>1–4 ms  (matches “within seconds”)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|A_M| = 71–87 states</a:t>
            </a:r>
            <a:pPr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1111"/>
                </a:solidFill>
              </a:rPr>
              <a:t>|A∩| = 22–23 states (after trim)</a:t>
            </a:r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11111"/>
                </a:solidFill>
              </a:rPr>
              <a:t>Shortest witness lengths: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</a:rPr>
              <a:t>BP1:  7 inputs,  15 I/O symbols</a:t>
            </a:r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1A1A1A"/>
                </a:solidFill>
              </a:rPr>
              <a:t>BP2:  6 inputs,  12 I/O symbols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</a:rPr>
              <a:t>BP3:  7 inputs,  15 I/O symbols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4320" y="390448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</a:rPr>
              <a:t>Each bug confirmed by replaying its witness on the actual SUT. No false alarms.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10/13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Bug Witness: Missing Certificate (BP1)</a:t>
            </a:r>
            <a:endParaRPr lang="en-US" sz="2100" dirty="0"/>
          </a:p>
        </p:txBody>
      </p:sp>
      <p:pic>
        <p:nvPicPr>
          <p:cNvPr id="5" name="Image 0" descr="C:\Users\Elikem\Ace\Academics\MPhil\NWS\Assignment\results\message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777240"/>
            <a:ext cx="5760720" cy="3657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172200" y="777240"/>
            <a:ext cx="2697480" cy="3749040"/>
          </a:xfrm>
          <a:prstGeom prst="rect">
            <a:avLst/>
          </a:prstGeom>
          <a:solidFill>
            <a:srgbClr val="E0E0E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81928" y="832104"/>
            <a:ext cx="24780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</a:rPr>
              <a:t>Reading the Witness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281928" y="1188720"/>
            <a:ext cx="2478024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111111"/>
                </a:solidFill>
              </a:rPr>
              <a:t>Algorithm 1 produces the shortest sequence that triggers the bug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11111"/>
                </a:solidFill>
              </a:rPr>
              <a:t>CertE (empty cert) sent instead of a valid certificate</a:t>
            </a:r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1A1A1A"/>
                </a:solidFill>
              </a:rPr>
              <a:t>Buggy server: treats CertE identically to a real Cert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11111"/>
                </a:solidFill>
              </a:rPr>
              <a:t>Handshake completes (CCS_s sent)</a:t>
            </a:r>
            <a:pPr indent="0" marL="0">
              <a:spcAft>
                <a:spcPts val="1000"/>
              </a:spcAft>
              <a:buNone/>
            </a:pPr>
            <a:r>
              <a:rPr lang="en-US" sz="1050" dirty="0">
                <a:solidFill>
                  <a:srgbClr val="1A1A1A"/>
                </a:solidFill>
              </a:rPr>
              <a:t>despite no verified certificate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→ Mutual authentication is bypassed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11/13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Limitations of This Replication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8503920" cy="877824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859536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Mock SUTs, not real servers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133856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Real paper tested OpenSSL, GnuTLS, WolfSSL, etc. This replication uses hand-written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Python state machines that precisely embed the known bugs. Results are deterministic, not probabilistic.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1792224"/>
            <a:ext cx="8503920" cy="877824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47088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Models analytically constructed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214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The paper learns Mealy machines via active automata learning (L*/TTT). Here, models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built directly from SUT code. The intersection and Algorithm 1 are faithful; the learning step is not.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779776"/>
            <a:ext cx="8503920" cy="877824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83464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Three bug patterns only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10896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The paper covers more bug classes across DTLS and SSH. Only BP1, BP2, BP3 are implemented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here; extending to new protocols requires new hand-crafted bug-pattern DFAs.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3767328"/>
            <a:ext cx="8503920" cy="877824"/>
          </a:xfrm>
          <a:prstGeom prst="rect">
            <a:avLst/>
          </a:prstGeom>
          <a:solidFill>
            <a:srgbClr val="EBEBEB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822192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</a:rPr>
              <a:t>No scalability or robustness data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096512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The paper reports learning times (hours) and model sizes for 12 real implementations.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This replication has no learning overhead, so timing comparisons are not meaningful.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12/13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Conclusions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932688"/>
            <a:ext cx="8229600" cy="22860"/>
          </a:xfrm>
          <a:prstGeom prst="rect">
            <a:avLst/>
          </a:prstGeom>
          <a:solidFill>
            <a:srgbClr val="888888"/>
          </a:solidFill>
          <a:ln w="12700">
            <a:solidFill>
              <a:srgbClr val="8888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789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</a:rPr>
              <a:t>What the paper achieves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1353312"/>
            <a:ext cx="7863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Fully automated detection of state machine bugs across 12 DTLS/SSH implementations.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7 previously unknown bugs discovered, including critical mutual-authentication bypasses.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95681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</a:rPr>
              <a:t>Core algorithms replicated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31136"/>
            <a:ext cx="7863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Mealy → DFA (Section VI) + DFA intersection (Section IV) + Algorithm 1 (Section V)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implemented in pure Python. All 12 detection results correct.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</a:rPr>
              <a:t>Results match the paper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7863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3 bug classes detected in &lt; 5 ms each. Zero false positives on the correct model.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Minimal witnesses confirmed by SUT replay.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371246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CCCCC"/>
                </a:solidFill>
              </a:rPr>
              <a:t>Practical significance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986784"/>
            <a:ext cx="7863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Automates what previously required expert manual analysis of learned models,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</a:rPr>
              <a:t>enabling scalable security auditing of protocol implementations at deployment time.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88888"/>
                </a:solidFill>
              </a:rPr>
              <a:t>COE 576 Networks and Web Security  |  KNUST MPhil  |  September 2026  |  Bless Elikem Krapah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0" y="4942332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COE 576 Networks &amp; Web Security  |  Bless Elikem Krapah  |  KNUST  |  13/13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Automata-Based Protocol Bug Detection</dc:title>
  <dc:subject>COE 576 NWS - Paper 8 Replication</dc:subject>
  <dc:creator>Bless Elikem Krapah</dc:creator>
  <cp:lastModifiedBy>Bless Elikem Krapah</cp:lastModifiedBy>
  <cp:revision>1</cp:revision>
  <dcterms:created xsi:type="dcterms:W3CDTF">2026-09-18T10:42:04Z</dcterms:created>
  <dcterms:modified xsi:type="dcterms:W3CDTF">2026-09-18T10:42:04Z</dcterms:modified>
</cp:coreProperties>
</file>